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for your job search.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5034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Phill   •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run 20+ applications across LinkedIn, company sites, referrals, and recruiters.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ends up scattered across spreadsheets, emails, and browser tabs.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pain: missed follow-ups, double-applications, forgotten interviewer names.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pain: no visibility into what's actually working — funnel stalls, slow responders, weak sources.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job seeker running 20+ concurrent applications.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grads, career switchers, recently laid-off professionals.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lives in a Google Sheet — and knows they've outgrown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CRM for the job search.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applications, companies, interview rounds, and the humans you're talking to.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analytics so users can see their own funnel.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AI-assisted: paste a job description, get an auto-filled application card and a tailored cover letter.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(MVP)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Applications, Companies, Interviews, Contacts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list with status filter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 page with related interviews + contacts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pipeline: Applied → Contacted → Interview → Offer  (+ Rejected, Withdrawn)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 + days-to-response metric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JD Extractor — paste a job description, auto-fill the application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Cover Letter Generator — tailored letter from your resume + the JD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237744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Extractor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description. OpenAI pulls out required skills and auto-fills the application card — title, skills, seniority hints.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237744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Generator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tailored cover letter from your stored resume + the JD. Editable before you send. Saved on the application card.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stays server-side (Flask) — never in the browser.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4 Related Resources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 1:N  Application     •     Application  1:N  Interview     •     Company  1:N  Contact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industry, size, website, location, notes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48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role_title, company_id, status, applied_date, source, salary_range, jd_text,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application_id, round_type, scheduled_at, interviewer_name, outcome, notes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email, company_id, last_contacted, notes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Components &amp; External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228600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 (REST)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POST   /api/companies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PATCH / DELETE   /api/companies/&lt;id&gt;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shape for /applications, /interviews, /contacts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/api/analytics/funnel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/api/analytics/response-time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/api/ai/extract-jd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/api/ai/cover-letter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228600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›  Layout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(funnel + KPIs)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List, Detail (tabs)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Companies: List, Detail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(list + drawer)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FormModal, StatusBadge, useApi hook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8046720" cy="86868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(gpt-4o-mini)  —  powers JD extraction + cover letter generation. </a:t>
            </a:r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stored in .env, called only from Flask.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(~29–41 hrs total)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217920"/>
                <a:gridCol w="1280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scaffold, models, migrations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+ Companies CRUD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 + Contacts CRUD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scaffold, routing, useApi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list + detail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 + Contacts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endpoints + funnel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AI: JD extractor +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AI: cover letter generator +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Polish: empty states, loading,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walkthrough + written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hrs/week → ~4–5 weeks.    At 15 hrs/week → ~2.5 weeks.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  —  If MVP Ships Early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 Auto-Status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recruiter emails to a per-user inbox. AI parses the message and suggests a status update for your review.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Recommendations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listings from an external jobs API and match them against your resume to surface roles worth applying 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Analytics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by company size, industry, and source — see which channels actually produce interviews.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931920" cy="1417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Reminders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reply from X in 7 days — want to send a follow-up?" Smart nudges based on application age + status.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list:  CSV export   •   Dark mode   •   Mobile-friendly layout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"Done" Looks Like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resources support full CRUD from the UI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JD extractor + cover letter generator work end-to-end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 updates live as statuses change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refreshes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unhandled errors in the golden path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13294B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React  •  Flask  •  SQLite  •  OpenAI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  •  Pitch &amp; Plan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Application Tracker — Pitch &amp; Plan</dc:title>
  <dc:subject>PptxGenJS Presentation</dc:subject>
  <dc:creator>Phill</dc:creator>
  <cp:lastModifiedBy>Phill</cp:lastModifiedBy>
  <cp:revision>1</cp:revision>
  <dcterms:created xsi:type="dcterms:W3CDTF">2026-05-12T21:47:06Z</dcterms:created>
  <dcterms:modified xsi:type="dcterms:W3CDTF">2026-05-12T21:47:06Z</dcterms:modified>
</cp:coreProperties>
</file>